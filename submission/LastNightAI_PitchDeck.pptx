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499bd6cb548c9" /><Relationship Type="http://schemas.openxmlformats.org/officeDocument/2006/relationships/extended-properties" Target="/docProps/app.xml" Id="R1bc3acdd024f48f7" /><Relationship Type="http://schemas.openxmlformats.org/officeDocument/2006/relationships/officeDocument" Target="/ppt/presentation.xml" Id="Ra05d50de57e3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6bf2d7ba334fb5"/>
  </p:sldMasterIdLst>
  <p:notesMasterIdLst>
    <p:notesMasterId xmlns:r="http://schemas.openxmlformats.org/officeDocument/2006/relationships" r:id="Rc43669e0d7f043d2"/>
  </p:notesMasterIdLst>
  <p:sldIdLst>
    <p:sldId xmlns:r="http://schemas.openxmlformats.org/officeDocument/2006/relationships" id="256" r:id="Rd4c65d3c0e2e4207"/>
    <p:sldId xmlns:r="http://schemas.openxmlformats.org/officeDocument/2006/relationships" id="257" r:id="Rc865984179ab475f"/>
    <p:sldId xmlns:r="http://schemas.openxmlformats.org/officeDocument/2006/relationships" id="258" r:id="R0b4abe48f5f64e7a"/>
    <p:sldId xmlns:r="http://schemas.openxmlformats.org/officeDocument/2006/relationships" id="259" r:id="R7d0fd2255a6941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bf2d7ba334fb5" /><Relationship Type="http://schemas.openxmlformats.org/officeDocument/2006/relationships/theme" Target="/ppt/theme/theme1.xml" Id="R305659b115bc49fd" /><Relationship Type="http://schemas.openxmlformats.org/officeDocument/2006/relationships/notesMaster" Target="/ppt/notesMasters/notesMaster1.xml" Id="Rc43669e0d7f043d2" /><Relationship Type="http://schemas.openxmlformats.org/officeDocument/2006/relationships/presProps" Target="/ppt/presProps.xml" Id="R78fb66a2b40046d7" /><Relationship Type="http://schemas.openxmlformats.org/officeDocument/2006/relationships/viewProps" Target="/ppt/viewProps.xml" Id="Raf27abf74ab6406f" /><Relationship Type="http://schemas.openxmlformats.org/officeDocument/2006/relationships/tableStyles" Target="/ppt/tableStyles.xml" Id="R9ceb6640eda34b1e" /><Relationship Type="http://schemas.openxmlformats.org/officeDocument/2006/relationships/slide" Target="/ppt/slides/slide1.xml" Id="Rd4c65d3c0e2e4207" /><Relationship Type="http://schemas.openxmlformats.org/officeDocument/2006/relationships/slide" Target="/ppt/slides/slide2.xml" Id="Rc865984179ab475f" /><Relationship Type="http://schemas.openxmlformats.org/officeDocument/2006/relationships/slide" Target="/ppt/slides/slide3.xml" Id="R0b4abe48f5f64e7a" /><Relationship Type="http://schemas.openxmlformats.org/officeDocument/2006/relationships/slide" Target="/ppt/slides/slide4.xml" Id="R7d0fd2255a69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9cde2a0c70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2e97fa4ba40b6" /><Relationship Type="http://schemas.openxmlformats.org/officeDocument/2006/relationships/notesMaster" Target="/ppt/notesMasters/notesMaster1.xml" Id="R6d36e8438229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2e5157e2174989" /><Relationship Type="http://schemas.openxmlformats.org/officeDocument/2006/relationships/notesMaster" Target="/ppt/notesMasters/notesMaster1.xml" Id="R70f0e6c896d244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b03791f62a4e5a" /><Relationship Type="http://schemas.openxmlformats.org/officeDocument/2006/relationships/notesMaster" Target="/ppt/notesMasters/notesMaster1.xml" Id="R184c98989c41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7d814bc54542c6" /><Relationship Type="http://schemas.openxmlformats.org/officeDocument/2006/relationships/notesMaster" Target="/ppt/notesMasters/notesMaster1.xml" Id="R6547097e8ef54a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0a1ed5c804f4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19e5aafc8884205" /><Relationship Type="http://schemas.openxmlformats.org/officeDocument/2006/relationships/slideLayout" Target="/ppt/slideLayouts/slideLayout2.xml" Id="R394c24fbf7cc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4c24fbf7cc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c154322b5493b" /><Relationship Type="http://schemas.openxmlformats.org/officeDocument/2006/relationships/notesSlide" Target="/ppt/notesSlides/notesSlide1.xml" Id="R59b4df78f8fb4b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e8096ce4ef4494" /><Relationship Type="http://schemas.openxmlformats.org/officeDocument/2006/relationships/notesSlide" Target="/ppt/notesSlides/notesSlide2.xml" Id="R5b1d34b4bb50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27f0b06874bac" /><Relationship Type="http://schemas.openxmlformats.org/officeDocument/2006/relationships/notesSlide" Target="/ppt/notesSlides/notesSlide3.xml" Id="Rfa9c8dfd90384c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f02313474b49fb" /><Relationship Type="http://schemas.openxmlformats.org/officeDocument/2006/relationships/notesSlide" Target="/ppt/notesSlides/notesSlide4.xml" Id="R862dc153ad5649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71890-3FEB-40D3-989A-C3E59693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81104-D644-46DF-BECD-E4C180C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0F17A-0078-46CF-BC8D-917290B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8B366-6A7A-4424-AD58-D0C7991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LastNight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AD7FD-09E7-4BF1-97E4-B5185C4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OpenAI x Outskill AI Builders Hackathon • Shipping competition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088D7-DA25-44FA-8E5B-03600354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01 /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97EC3-D70F-47CF-BA28-D0D5EB6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8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8A8A"/>
                </a:solidFill>
                <a:latin typeface="Aptos Mono"/>
                <a:ea typeface="Aptos Mono"/>
                <a:cs typeface="Aptos Mono"/>
              </a:rPr>
              <a:t>PROBLEM / PAIN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B878-251A-430E-A0C2-72E7046C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695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Students lose the exam before they start studying.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7DA21-A6A3-480B-B91F-9A68C54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81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The night-before student does not need another generic chat answer. They need a brutally clear priority order from their own syllabus, notes, and PYQs.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4AC9-5A67-46A7-BCAD-FF74BF26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0CDCB-B905-47A4-B597-F4AB0A5E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330E2-3786-451F-B46B-7CA6A7DE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Messy study material across PDFs, notes, slides, and previous papers.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F1CA6-905C-4525-9C22-17E3EDA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02A87-7239-4A2F-985C-E7F38BAD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243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Students waste the first hour deciding what to study instead of studying.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C980C-2B69-4402-8F83-CE294B39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66047-BC0E-4948-AB54-A7CCF39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Generic AI responses are long, unsourced, and hard to revise from.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BD295-58A7-4071-84EC-014788E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0005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5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D40C5-0CE9-4468-88ED-CBB9C94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906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Night-before clock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4B864-FB48-4593-A8E0-0133B23D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19050">
            <a:solidFill>
              <a:srgbClr val="2A31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C5F4F-082D-45F9-8EB3-A0877E6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892C1-36E9-4406-8FFE-8DA6FBC6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781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61180-4324-42FE-AC22-87B10D3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BB9E9-B67F-4C00-9C91-FEF4B1D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8A8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8A8A"/>
                </a:solidFill>
                <a:latin typeface="Aptos Display"/>
                <a:ea typeface="Aptos Display"/>
                <a:cs typeface="Aptos Display"/>
              </a:rPr>
              <a:t>3h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116BD-C5A4-4270-91A0-9010977D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72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panic window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2ED3A-A1B7-4928-8789-6C87054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AF7F1-64E9-4C31-9160-3D1D1DA1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need for focus</a:t>
            </a:r>
          </a:p>
        </p:txBody>
      </p:sp>
    </p:spTree>
    <p:extLst>
      <p:ext uri="{BB962C8B-B14F-4D97-AF65-F5344CB8AC3E}">
        <p14:creationId xmlns:p14="http://schemas.microsoft.com/office/powerpoint/2010/main" val="1718840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D09C69-E361-40B7-994A-AECD388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A2228-8EB0-4EA1-A00C-AACF33E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69A0E-C53C-48E2-A9E3-BD768247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74D75-2508-48D2-B06C-DF47D9E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LastNight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12A44-B8CC-4F4D-95D3-17227C91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OpenAI x Outskill AI Builders Hackathon • Shipping competition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43E79-36B0-48E6-AF0F-79E3820F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02 /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282DC-B46F-4517-984C-0F38E5F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SOLUTION + USER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3D19B-C40E-4657-A32D-36EFFA7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LastNight AI turns chaos into a study kit.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9C3F9-CF57-4D23-942B-56F7588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A student uploads material, selects their deadline, and receives structured outputs they can revise from immediately.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37180-B30C-4053-8579-630C8C8D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23374-2EA1-4CDB-B314-F3192BB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A3237-0EC9-4222-97F3-8BB84AB9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5665-566F-4034-839C-194772DA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Syllabus, PYQs, notes, images, PDFs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D58E0-406B-43D1-B437-7166CF76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495FA-0948-4E1A-BA81-7667F39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47167-24F2-4B32-8689-DA1ADF0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570A8-8646-4C04-9C45-B9BA3F3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C33F6-6D17-4F3B-B15A-38882AEF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Triage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FD4CA-9AC8-431A-8C97-C4FA5036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Gemini/Ollama ranks patterns and topic importance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BC44B-0D44-4843-AEEC-4E9EF922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FDB20-6EF7-4EDF-8356-098ACD8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36FED-5EBD-44FF-99F0-BB45383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72A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D625E-B4CE-4DA6-86A6-2483841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EE444-3A2B-4912-AF9F-7A50C42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Study 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ADC35-4042-4899-A0D4-A6C7FB74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Questions, notes, viva, quiz, timeline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197B3-196B-4E44-85AA-6058ACC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A5EE2-42CC-478D-8557-519F003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D7E33-30FC-443E-8195-3494B916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266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9F3D76-9635-4C6D-9289-53ADC36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C88E3-D877-4D3A-822D-2D2DAA3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381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Revise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5F15E-5DAA-4CF5-B5B0-E420B6C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Student follows the panic-mode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0DF07-CF7B-4CE2-A6B5-739E6250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D0B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FA1DD-7503-4296-9701-B1DCD52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examStrategy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2CD6B-744F-432F-BD71-EFB460E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4CD7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52E13-7D93-41AE-8E9B-AE78A0F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pyqPatternAnalysis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B4216A-1AA8-4EA1-BB0F-6E524DFD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F8C1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34460-E968-411B-9E92-7552416A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102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rPr>
              <a:t>unitWiseImportance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1B7E7B-D90C-4291-99D6-8C876F8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D0B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8C41C-B958-4EBC-9912-DD3CD0A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10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importantQuestions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941C5F-2310-4FE0-9ADD-1867AD88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4CD7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7DE8E6-9610-441E-8FE4-1AB65774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102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quiz + studyPlan</a:t>
            </a:r>
          </a:p>
        </p:txBody>
      </p:sp>
    </p:spTree>
    <p:extLst>
      <p:ext uri="{BB962C8B-B14F-4D97-AF65-F5344CB8AC3E}">
        <p14:creationId xmlns:p14="http://schemas.microsoft.com/office/powerpoint/2010/main" val="2660292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1F4EC-9FC2-4CE1-BD9D-21F747C2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94195-8B4E-4893-A85E-3A450A7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6F071-31A4-4382-BD7F-FE59BDB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59D72-423D-460B-8028-A4EB7893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LastNight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69234-5C1C-48A4-88A3-C6E38CE5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OpenAI x Outskill AI Builders Hackathon • Shipping competition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8E1D6-BFD6-4824-BB83-ABD9B01C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03 /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92A0F-E4E1-4727-866E-FD09BB38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TOOLS + TECH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FDDD7-4BF8-4455-B822-01A449E5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One backend, two AI modes, web plus Flutter.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9CDB3-FD40-4700-8C91-3D15219F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Built with Codex as the shipping partner: implementation, bug review, Gemini/Ollama provider switch, safety cleanup, and demo verification.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3F15F-4BE2-44A8-AF77-7B9BC0DF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83305-7A4E-4794-89FB-91DBC6BC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6456D-5C75-4C69-97DE-0A37808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4CD7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8108F-0577-4D48-923E-1CF36D2E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React + Vite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8B876-C718-4031-A5A4-B474689F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D0B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AA38A-9D54-49FC-8A1A-2D804960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767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Three.js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59285-568D-433C-8B14-2AAF6A5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F8C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49C4D-8EFB-484E-8B61-62F7248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rPr>
              <a:t>Flutter iOS/Android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DC1A9-772F-45D0-AB54-99DAB70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434C9-2A97-4A0E-9F25-A6AD6ED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E2413-702B-45BF-943C-B0ABE03A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00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4CD7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02043-43BE-4F1B-AC91-B4382AD6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767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7E16C-53AC-4E1A-944F-368E6B4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D0B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5CBE7-3560-4B5B-B0C9-DB723BB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POST /api/analyze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CFDDE-0CA2-4918-9A90-8E05ACD6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767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F8C1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484B4-BA7A-45A7-B442-70165A0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52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8C14D"/>
                </a:solidFill>
                <a:latin typeface="Aptos Mono"/>
                <a:ea typeface="Aptos Mono"/>
                <a:cs typeface="Aptos Mono"/>
              </a:rPr>
              <a:t>Structured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F0031-F93C-4757-81D1-52FCE51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01F35-C349-4E84-A950-19FA732B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242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AI Providers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C46E3-9801-431E-965B-D41D0A0F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4CD7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4E054-56D6-4FC5-8DB4-6E0A61F4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76700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CD7F6"/>
                </a:solidFill>
                <a:latin typeface="Aptos Mono"/>
                <a:ea typeface="Aptos Mono"/>
                <a:cs typeface="Aptos Mono"/>
              </a:rPr>
              <a:t>Gemini Flash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38326E-4F32-4D66-AB8E-FF8AAAA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D0B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99CB0-17B6-4799-B39F-75292A78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767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0BCFF"/>
                </a:solidFill>
                <a:latin typeface="Aptos Mono"/>
                <a:ea typeface="Aptos Mono"/>
                <a:cs typeface="Aptos Mono"/>
              </a:rPr>
              <a:t>Ollama local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5EFB1-FB61-47EB-9CC5-E9319D2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A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FC3D52-708D-4E1D-BDA6-E3146693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Backend keys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AB1618-BC10-470F-BFD1-FB0B930E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14281-69D3-409D-A3BC-D1936DB0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0BBE0-BEC3-464A-8C7C-D255D97B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5C26A8-354F-4B9C-9B06-4059DE4C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053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18413194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7CA93-716A-4195-8E23-F2C3D07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8994C-8C5F-48BB-8E5F-AB345AF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07BAF-F36C-4670-ABA9-641C5A5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26859-2C1C-4BF0-A395-8D168C25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LastNight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C5961-ABDE-4C29-B98B-2DFDCFE7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OpenAI x Outskill AI Builders Hackathon • Shipping competition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109C7-83B8-459E-A5F1-8134D549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91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C748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C748E"/>
                </a:solidFill>
                <a:latin typeface="Aptos"/>
                <a:ea typeface="Aptos"/>
                <a:cs typeface="Aptos"/>
              </a:rPr>
              <a:t>04 / Audience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8E641-5170-4DCC-98EA-EED6DE67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TARGET AUDIENCE + SHIPPING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2B648-444C-467D-BC6E-92E9D61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52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Built for Indian college students under exam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9E963-EA99-4B3E-92DD-5DB9138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The first wedge is engineering students with syllabus PDFs, PYQs, and messy notes. The expansion path is clubs, cohorts, and colleges.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99F44-A689-4DCD-9420-FCAE3D0C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D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F7386-F6C2-40DD-9D36-9CBB0740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7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F5D95-C4E8-4B51-B22B-1745D9B8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Primary users: students preparing the night before semester exams.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FA1C8-349C-4CB3-BE81-7DD43D5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12A33-1A08-4B71-BC0D-E8F62EB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Buyer expansion: coaching groups, student clubs, and colleges.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4E7FB-30B0-4579-95D9-FCA2AC2D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E227D-1C6C-4260-926F-A7A3C574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7FB"/>
                </a:solidFill>
                <a:latin typeface="Aptos"/>
                <a:ea typeface="Aptos"/>
                <a:cs typeface="Aptos"/>
              </a:rPr>
              <a:t>Pricing: free trial plus ₹149/month student plan.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B16F2-51A0-4726-9ED0-1C90D24B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686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5"/>
          </a:solidFill>
          <a:ln xmlns:a="http://schemas.openxmlformats.org/drawingml/2006/main" w="9525">
            <a:solidFill>
              <a:srgbClr val="2A31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73C1B-343A-4C2F-94C3-AF6BB195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4CD7F6"/>
                </a:solidFill>
                <a:latin typeface="Aptos Display"/>
                <a:ea typeface="Aptos Display"/>
                <a:cs typeface="Aptos Display"/>
              </a:rPr>
              <a:t>Web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AF54A-8D09-4686-804A-A9DF51BE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React app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137AC-B37E-416B-9EF0-A4D381B6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0BCFF"/>
                </a:solidFill>
                <a:latin typeface="Aptos Display"/>
                <a:ea typeface="Aptos Display"/>
                <a:cs typeface="Aptos Display"/>
              </a:rPr>
              <a:t>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46697-6335-47D1-83BC-C0EA94CD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structured 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C33B4-D0A2-42DB-B9F6-0F21331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C14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C14D"/>
                </a:solidFill>
                <a:latin typeface="Aptos Display"/>
                <a:ea typeface="Aptos Display"/>
                <a:cs typeface="Aptos Display"/>
              </a:rPr>
              <a:t>Flutter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2761F-0446-482F-A57A-44FEF67C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iOS + Android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67588-B2A2-408C-BD99-6D73648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2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B2C8"/>
                </a:solidFill>
                <a:latin typeface="Aptos"/>
                <a:ea typeface="Aptos"/>
                <a:cs typeface="Aptos"/>
              </a:rPr>
              <a:t>Demo-safe fallback keeps the product working even without a live key.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1C237-418B-4501-9271-2E28CFEE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1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1CC04-55BE-4B16-8A25-799E272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B"/>
                </a:solidFill>
                <a:latin typeface="Aptos Display"/>
                <a:ea typeface="Aptos Display"/>
                <a:cs typeface="Aptos Display"/>
              </a:rPr>
              <a:t>Ask: feedback on the study-kit output quality, best first campus cohort, and what judges want to see in the final live demo.</a:t>
            </a:r>
          </a:p>
        </p:txBody>
      </p:sp>
    </p:spTree>
    <p:extLst>
      <p:ext uri="{BB962C8B-B14F-4D97-AF65-F5344CB8AC3E}">
        <p14:creationId xmlns:p14="http://schemas.microsoft.com/office/powerpoint/2010/main" val="2041257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2026-05-30T17:41:34.7600000Z</dcterms:created>
  <dcterms:modified xsi:type="dcterms:W3CDTF">2026-05-30T17:41:34.7600000Z</dcterms:modified>
</coreProperties>
</file>