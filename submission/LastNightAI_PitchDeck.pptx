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9dea349209415b" /><Relationship Type="http://schemas.openxmlformats.org/officeDocument/2006/relationships/extended-properties" Target="/docProps/app.xml" Id="R8e025a1e078b4402" /><Relationship Type="http://schemas.openxmlformats.org/officeDocument/2006/relationships/officeDocument" Target="/ppt/presentation.xml" Id="Re244c8aee00e46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1e6e5faceb448b"/>
  </p:sldMasterIdLst>
  <p:notesMasterIdLst>
    <p:notesMasterId xmlns:r="http://schemas.openxmlformats.org/officeDocument/2006/relationships" r:id="Rc17f5cf791f34ce3"/>
  </p:notesMasterIdLst>
  <p:sldIdLst>
    <p:sldId xmlns:r="http://schemas.openxmlformats.org/officeDocument/2006/relationships" id="256" r:id="R01244a4104d8452f"/>
    <p:sldId xmlns:r="http://schemas.openxmlformats.org/officeDocument/2006/relationships" id="257" r:id="R8fa9f3d1bfad4fc5"/>
    <p:sldId xmlns:r="http://schemas.openxmlformats.org/officeDocument/2006/relationships" id="258" r:id="R6e70346ffdb14d5f"/>
    <p:sldId xmlns:r="http://schemas.openxmlformats.org/officeDocument/2006/relationships" id="259" r:id="R06ee0046ec8b4fe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1e6e5faceb448b" /><Relationship Type="http://schemas.openxmlformats.org/officeDocument/2006/relationships/theme" Target="/ppt/theme/theme1.xml" Id="Rd6d3160316b84718" /><Relationship Type="http://schemas.openxmlformats.org/officeDocument/2006/relationships/notesMaster" Target="/ppt/notesMasters/notesMaster1.xml" Id="Rc17f5cf791f34ce3" /><Relationship Type="http://schemas.openxmlformats.org/officeDocument/2006/relationships/presProps" Target="/ppt/presProps.xml" Id="R453e83d3997d44f1" /><Relationship Type="http://schemas.openxmlformats.org/officeDocument/2006/relationships/viewProps" Target="/ppt/viewProps.xml" Id="R0195cf1bf8fd479b" /><Relationship Type="http://schemas.openxmlformats.org/officeDocument/2006/relationships/tableStyles" Target="/ppt/tableStyles.xml" Id="Rb4063e135ece4ee3" /><Relationship Type="http://schemas.openxmlformats.org/officeDocument/2006/relationships/slide" Target="/ppt/slides/slide1.xml" Id="R01244a4104d8452f" /><Relationship Type="http://schemas.openxmlformats.org/officeDocument/2006/relationships/slide" Target="/ppt/slides/slide2.xml" Id="R8fa9f3d1bfad4fc5" /><Relationship Type="http://schemas.openxmlformats.org/officeDocument/2006/relationships/slide" Target="/ppt/slides/slide3.xml" Id="R6e70346ffdb14d5f" /><Relationship Type="http://schemas.openxmlformats.org/officeDocument/2006/relationships/slide" Target="/ppt/slides/slide4.xml" Id="R06ee0046ec8b4f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5153e1b1b4545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6115ed2ed84aad" /><Relationship Type="http://schemas.openxmlformats.org/officeDocument/2006/relationships/notesMaster" Target="/ppt/notesMasters/notesMaster1.xml" Id="Rb3202f61488945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4f3f6cc77646a9" /><Relationship Type="http://schemas.openxmlformats.org/officeDocument/2006/relationships/notesMaster" Target="/ppt/notesMasters/notesMaster1.xml" Id="R29a554e598984b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fbbdeaf2f74558" /><Relationship Type="http://schemas.openxmlformats.org/officeDocument/2006/relationships/notesMaster" Target="/ppt/notesMasters/notesMaster1.xml" Id="R883b558a658246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ec5fc4f63c4eef" /><Relationship Type="http://schemas.openxmlformats.org/officeDocument/2006/relationships/notesMaster" Target="/ppt/notesMasters/notesMaster1.xml" Id="R5cf95fb9c9094f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c9dc3726c340a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fbc86b70a994025" /><Relationship Type="http://schemas.openxmlformats.org/officeDocument/2006/relationships/slideLayout" Target="/ppt/slideLayouts/slideLayout2.xml" Id="Ree8870f28c3641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8870f28c3641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b00c9025c143c7" /><Relationship Type="http://schemas.openxmlformats.org/officeDocument/2006/relationships/notesSlide" Target="/ppt/notesSlides/notesSlide1.xml" Id="R7b50c16e228a40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c07b4345934776" /><Relationship Type="http://schemas.openxmlformats.org/officeDocument/2006/relationships/notesSlide" Target="/ppt/notesSlides/notesSlide2.xml" Id="R25e3340f240046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0afca5b22d42db" /><Relationship Type="http://schemas.openxmlformats.org/officeDocument/2006/relationships/notesSlide" Target="/ppt/notesSlides/notesSlide3.xml" Id="R9e52b250031a42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c3421bed774858" /><Relationship Type="http://schemas.openxmlformats.org/officeDocument/2006/relationships/notesSlide" Target="/ppt/notesSlides/notesSlide4.xml" Id="R4b3ba0ccbb7e43e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60EE1B-DBE5-41AD-9EC7-923B1C96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E5763E-CFF4-4AF0-A662-7E4B307D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35452B-9756-4B94-AF2C-2FB7B841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0"/>
            <a:ext cx="390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D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016795-9DB0-4CD1-BEF0-71237349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rPr>
              <a:t>LastNight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24FFFC-7848-419A-8060-DCCCEEB9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C748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C748E"/>
                </a:solidFill>
                <a:latin typeface="Aptos"/>
                <a:ea typeface="Aptos"/>
                <a:cs typeface="Aptos"/>
              </a:rPr>
              <a:t>OpenAI x Outskill AI Builders Hackathon • Shipping competition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23A274-21C5-4DA6-B1D6-48391426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91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C748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C748E"/>
                </a:solidFill>
                <a:latin typeface="Aptos"/>
                <a:ea typeface="Aptos"/>
                <a:cs typeface="Aptos"/>
              </a:rPr>
              <a:t>01 /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1E0842-066D-4143-A82E-9AEFF738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8A8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8A8A"/>
                </a:solidFill>
                <a:latin typeface="Aptos Mono"/>
                <a:ea typeface="Aptos Mono"/>
                <a:cs typeface="Aptos Mono"/>
              </a:rPr>
              <a:t>PROBLEM / PAIN 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B2AB2B-B446-4F19-8C2B-EEEA57FB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695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Students lose the exam before they start studying.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FD13A4-B198-43AB-8C70-1AFB3811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81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The night-before student does not need another generic chat answer. They need a brutally clear priority order from their own syllabus, notes, and PYQs.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E63103-4663-4B63-94AB-5CA1AFCD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67100"/>
            <a:ext cx="5334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D"/>
          </a:solidFill>
          <a:ln xmlns:a="http://schemas.openxmlformats.org/drawingml/2006/main" w="9525">
            <a:solidFill>
              <a:srgbClr val="2A31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02BE9F-34FC-46D1-9B45-C7C705DC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3F1DC5-A96C-4D26-9EB5-D977A520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457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7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7FB"/>
                </a:solidFill>
                <a:latin typeface="Aptos"/>
                <a:ea typeface="Aptos"/>
                <a:cs typeface="Aptos"/>
              </a:rPr>
              <a:t>Messy study material across PDFs, notes, slides, and previous papers.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3E7929-94A1-4F9F-A144-A35A607D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1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70337-603D-42C2-8153-3765C5D7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24350"/>
            <a:ext cx="457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7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7FB"/>
                </a:solidFill>
                <a:latin typeface="Aptos"/>
                <a:ea typeface="Aptos"/>
                <a:cs typeface="Aptos"/>
              </a:rPr>
              <a:t>Students waste the first hour deciding what to study instead of studying.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23395-AA66-4093-94C6-BDE16B62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D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794012-30EF-4D55-9479-C668BB11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57750"/>
            <a:ext cx="457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7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7FB"/>
                </a:solidFill>
                <a:latin typeface="Aptos"/>
                <a:ea typeface="Aptos"/>
                <a:cs typeface="Aptos"/>
              </a:rPr>
              <a:t>Generic AI responses are long, unsourced, and hard to revise from.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89E8EB-E8D6-459E-AE3C-A6068A07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066800"/>
            <a:ext cx="400050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D15"/>
          </a:solidFill>
          <a:ln xmlns:a="http://schemas.openxmlformats.org/drawingml/2006/main" w="9525">
            <a:solidFill>
              <a:srgbClr val="2A314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9352F0-C521-425F-8521-388B85AA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390650"/>
            <a:ext cx="295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Night-before clock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70FF36-4B3D-4E52-8106-337DD8A0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5740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D"/>
          </a:solidFill>
          <a:ln xmlns:a="http://schemas.openxmlformats.org/drawingml/2006/main" w="19050">
            <a:solidFill>
              <a:srgbClr val="2A314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7D56AD-40BF-44B1-A359-31A78568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09800"/>
            <a:ext cx="95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D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DEAC0D-BE8F-461C-A7A5-E2E14442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7810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B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EC710B-2AD4-4B83-AFDE-C6178499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09900"/>
            <a:ext cx="28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388F6D-D442-4347-9859-E7916F18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767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8A8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8A8A"/>
                </a:solidFill>
                <a:latin typeface="Aptos Display"/>
                <a:ea typeface="Aptos Display"/>
                <a:cs typeface="Aptos Display"/>
              </a:rPr>
              <a:t>3h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08B1A2-BDA6-404A-AEDA-02BC0221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720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panic window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AC3D30-74F0-40A1-90B7-7DEE7DD6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4767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4CD7F6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4CD7F6"/>
                </a:solidFill>
                <a:latin typeface="Aptos Display"/>
                <a:ea typeface="Aptos Display"/>
                <a:cs typeface="Aptos Display"/>
              </a:rPr>
              <a:t>100%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8288D2-8A81-460E-B3D8-F11C30A4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720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need for focus</a:t>
            </a:r>
          </a:p>
        </p:txBody>
      </p:sp>
    </p:spTree>
    <p:extLst>
      <p:ext uri="{BB962C8B-B14F-4D97-AF65-F5344CB8AC3E}">
        <p14:creationId xmlns:p14="http://schemas.microsoft.com/office/powerpoint/2010/main" val="181418320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8C8F14-D4FF-4199-8CC3-5E7478A9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4B35C1-2DC8-477E-9C1A-43171F4F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36A3E3-A584-49EA-ACC2-83E9C9F3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0"/>
            <a:ext cx="390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D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C70C2-36B6-4AC5-9A38-AC5D0389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rPr>
              <a:t>LastNight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59BBC6-4DF5-4170-8D45-C60792E5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C748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C748E"/>
                </a:solidFill>
                <a:latin typeface="Aptos"/>
                <a:ea typeface="Aptos"/>
                <a:cs typeface="Aptos"/>
              </a:rPr>
              <a:t>OpenAI x Outskill AI Builders Hackathon • Shipping competition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5114F9-68EC-49D7-AB81-002D5811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91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C748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C748E"/>
                </a:solidFill>
                <a:latin typeface="Aptos"/>
                <a:ea typeface="Aptos"/>
                <a:cs typeface="Aptos"/>
              </a:rPr>
              <a:t>02 / Solution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DFAEE5-D07D-4ABD-BEB8-A150BAA6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rPr>
              <a:t>SOLUTION + USER JOURNEY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51AED0-21D5-4CC5-8840-EBF2EB03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7429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LastNight AI turns chaos into a study kit.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5644C9-BF30-48F1-B241-5F03DF5B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723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A student uploads material, selects their deadline, and receives structured outputs they can revise from immediately.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AEA23E-0B36-4472-BB0A-DD3F3E9F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22669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D"/>
          </a:solidFill>
          <a:ln xmlns:a="http://schemas.openxmlformats.org/drawingml/2006/main" w="9525">
            <a:solidFill>
              <a:srgbClr val="2A31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B0A6D4-0E1D-4291-B4BF-0B33FF4E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CD7F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CD7F6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AB33CB-E948-4BFE-91E0-A7A43FF8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05200"/>
            <a:ext cx="1381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Upload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1135BD-28ED-43B9-ABA0-490A5396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Syllabus, PYQs, notes, images, PDFs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B44E54-0B39-4884-9257-A731D03F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962400"/>
            <a:ext cx="323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1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E837BC-E5F2-4839-9E06-03096134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D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3BB57B-37FA-4CB7-8AED-DA83EE56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76600"/>
            <a:ext cx="22669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D"/>
          </a:solidFill>
          <a:ln xmlns:a="http://schemas.openxmlformats.org/drawingml/2006/main" w="9525">
            <a:solidFill>
              <a:srgbClr val="2A314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9CF70E-D754-4F73-A364-4450FE3B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4861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CD7F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CD7F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621FA-0841-42CE-98E6-3AF2BF94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05200"/>
            <a:ext cx="1381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Triage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A314C1-9683-43A4-8504-E6220A05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3860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Gemini/Ollama ranks patterns and topic importance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A8B559-D07B-468A-BA6C-514920B0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962400"/>
            <a:ext cx="323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1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F250FF-F9AA-4578-9976-F30D56B1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D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6E7BE1-9199-4390-8223-F8EA4F31C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76600"/>
            <a:ext cx="22669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72A"/>
          </a:solidFill>
          <a:ln xmlns:a="http://schemas.openxmlformats.org/drawingml/2006/main" w="9525">
            <a:solidFill>
              <a:srgbClr val="2A314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569FDB-5884-45BE-BEB3-E61FF2F1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28D7EA-63DF-4560-991D-E637B400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05200"/>
            <a:ext cx="1381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Study Kit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7354D5-49F8-42BA-98D2-CAC028C7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Questions, notes, viva, quiz, timeline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51D8E7-FCA5-4F78-8218-1EB07759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962400"/>
            <a:ext cx="323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1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8A656D-B722-4A07-85C7-64D2AA2E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15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D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4078E8-CC05-4AB1-A736-2EDA6292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76600"/>
            <a:ext cx="22669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D"/>
          </a:solidFill>
          <a:ln xmlns:a="http://schemas.openxmlformats.org/drawingml/2006/main" w="9525">
            <a:solidFill>
              <a:srgbClr val="2A314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788B4D-2BA6-4BF3-B871-D36DAE7C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861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CD7F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CD7F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7E1628-895C-41C4-B8C2-714075A9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05200"/>
            <a:ext cx="1381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Revise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CE4F8B-8432-4934-91BC-1430D3A1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3860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Student follows the panic-mode plan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A27B9E-C7CA-42CD-86D8-C852A3B2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D0BC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3818EB-EDA5-4722-99AE-B132FD20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10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rPr>
              <a:t>examStrategy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9A012C-340C-45B3-B098-8B1931B9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3340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4CD7F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D20510-B7AD-472D-B44D-473517BF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4102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rPr>
              <a:t>pyqPatternAnalysis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2DFD63-4BDF-4DE7-B580-29F85633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340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F8C14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851B4B-2EAD-436D-B078-307C17F3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4102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C14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C14D"/>
                </a:solidFill>
                <a:latin typeface="Aptos Mono"/>
                <a:ea typeface="Aptos Mono"/>
                <a:cs typeface="Aptos Mono"/>
              </a:rPr>
              <a:t>unitWiseImportance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6A84AE-C621-4486-8364-0205BC4A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34000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D0BC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EAB1AC-C1EA-4449-9837-BEA40F26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41020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rPr>
              <a:t>importantQuestions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18A294-3C23-4F16-B603-562A5F7E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3400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4CD7F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95F861-98E7-4D33-925B-CAEB305A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41020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rPr>
              <a:t>quiz + studyPlan</a:t>
            </a:r>
          </a:p>
        </p:txBody>
      </p:sp>
    </p:spTree>
    <p:extLst>
      <p:ext uri="{BB962C8B-B14F-4D97-AF65-F5344CB8AC3E}">
        <p14:creationId xmlns:p14="http://schemas.microsoft.com/office/powerpoint/2010/main" val="50171862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C9CA51-705E-4597-83F4-1682C0E4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DFE16-AB1F-4D9E-803C-38BC3982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6962C7-6AEC-4CF8-9443-ADA7D7F0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0"/>
            <a:ext cx="390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D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90280D-9860-4D88-9FA6-7AAEE03C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rPr>
              <a:t>LastNight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14961-E331-49F8-9C31-7A983084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C748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C748E"/>
                </a:solidFill>
                <a:latin typeface="Aptos"/>
                <a:ea typeface="Aptos"/>
                <a:cs typeface="Aptos"/>
              </a:rPr>
              <a:t>OpenAI x Outskill AI Builders Hackathon • Shipping competition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36947-4E89-4C94-A650-D8BE0D3A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91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C748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C748E"/>
                </a:solidFill>
                <a:latin typeface="Aptos"/>
                <a:ea typeface="Aptos"/>
                <a:cs typeface="Aptos"/>
              </a:rPr>
              <a:t>03 / Stack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DF6D39-E4F9-47DB-B032-B302DFF8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rPr>
              <a:t>TOOLS + TECH STACK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F06D4D-C78B-4BAC-9D35-E22A30DD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7429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One backend, two AI modes, web plus Flutter.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B51BD9-15BC-4822-833C-69BAE60D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7429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Built with Codex as the shipping partner: implementation, bug review, Gemini/Ollama provider switch, safety cleanup, and demo verification.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7479C9-D707-4C78-B655-7B13C07C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2952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D"/>
          </a:solidFill>
          <a:ln xmlns:a="http://schemas.openxmlformats.org/drawingml/2006/main" w="9525">
            <a:solidFill>
              <a:srgbClr val="2A31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1429D-36EE-4851-BF6A-7554116F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2425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Frontend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FD39B-CAFC-49A0-BB09-5625033F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4CD7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87041F-6A13-495E-974A-C49EC6DD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100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rPr>
              <a:t>React + Vite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EC29CE-880F-4DD2-865F-69A7D737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005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D0BC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900527-6EE1-4151-8F69-CE22A940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076700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rPr>
              <a:t>Three.js UI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A6BEFB-2B67-40EA-8E7D-7A90887F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7675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F8C14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D35CD-7C4F-4175-9A25-D416246E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529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C14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C14D"/>
                </a:solidFill>
                <a:latin typeface="Aptos Mono"/>
                <a:ea typeface="Aptos Mono"/>
                <a:cs typeface="Aptos Mono"/>
              </a:rPr>
              <a:t>Flutter iOS/Android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EAFE38-CD2F-4999-BB76-C965239B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2952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D"/>
          </a:solidFill>
          <a:ln xmlns:a="http://schemas.openxmlformats.org/drawingml/2006/main" w="9525">
            <a:solidFill>
              <a:srgbClr val="2A314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D1D92-21F3-4AEE-9263-AC38D926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2425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Backend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00EF5C-5658-4AE8-9209-BC0742EB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00500"/>
            <a:ext cx="1190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4CD7F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242C52-B0FE-4B36-AD64-4EB8EA83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76700"/>
            <a:ext cx="962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rPr>
              <a:t>Express API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201B6-F19F-492E-8CBE-61AE4831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00500"/>
            <a:ext cx="1600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D0BC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D6C223-2124-4C2E-BB8E-29FD1A6D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6700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rPr>
              <a:t>POST /api/analyze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59ED1F-D208-4DF1-AD73-39DF81BD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76750"/>
            <a:ext cx="1600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F8C14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7EFEC8-DEFC-4DCA-95E6-82467EAC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52950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C14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C14D"/>
                </a:solidFill>
                <a:latin typeface="Aptos Mono"/>
                <a:ea typeface="Aptos Mono"/>
                <a:cs typeface="Aptos Mono"/>
              </a:rPr>
              <a:t>Structured JSON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ACA109-CDCA-4292-800B-3AD4FED9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57550"/>
            <a:ext cx="2952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D"/>
          </a:solidFill>
          <a:ln xmlns:a="http://schemas.openxmlformats.org/drawingml/2006/main" w="9525">
            <a:solidFill>
              <a:srgbClr val="2A314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2C9C97-8170-4A42-B7B1-7A266223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52425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AI Providers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58C991-EC53-48C1-8BB7-A4766D45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0050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4CD7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4B9454-6D86-4BA3-88FE-6D2E58C7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76700"/>
            <a:ext cx="1152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4CD7F6"/>
                </a:solidFill>
                <a:latin typeface="Aptos Mono"/>
                <a:ea typeface="Aptos Mono"/>
                <a:cs typeface="Aptos Mono"/>
              </a:rPr>
              <a:t>Gemini Flash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99343A-6645-4587-A37B-05AD3CD9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000500"/>
            <a:ext cx="1190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D0BC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B590CE-8A4D-4152-93C4-0551E667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076700"/>
            <a:ext cx="962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0BCFF"/>
                </a:solidFill>
                <a:latin typeface="Aptos Mono"/>
                <a:ea typeface="Aptos Mono"/>
                <a:cs typeface="Aptos Mono"/>
              </a:rPr>
              <a:t>Ollama local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981F8F-F909-4CC3-A32D-C15E8728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767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11A"/>
          </a:solidFill>
          <a:ln xmlns:a="http://schemas.openxmlformats.org/drawingml/2006/main" w="9525">
            <a:solidFill>
              <a:srgbClr val="10B98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0213ED-9BD8-4A53-9F72-2693A00E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552950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B981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B981"/>
                </a:solidFill>
                <a:latin typeface="Aptos Mono"/>
                <a:ea typeface="Aptos Mono"/>
                <a:cs typeface="Aptos Mono"/>
              </a:rPr>
              <a:t>Backend keys only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6A1B65-06A3-4BD4-9B6F-FBAC20E0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095750"/>
            <a:ext cx="990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1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76171F-DFAD-4EE1-9027-9BCCA13D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95750"/>
            <a:ext cx="990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1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54E7A8A-BB79-430C-9565-356F6AD4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05300"/>
            <a:ext cx="57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7C748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C748E"/>
                </a:solidFill>
                <a:latin typeface="Aptos"/>
                <a:ea typeface="Aptos"/>
                <a:cs typeface="Aptos"/>
              </a:rPr>
              <a:t>sync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830BB9-7BE4-42DB-97B5-98ACEC5D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05300"/>
            <a:ext cx="57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7C748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C748E"/>
                </a:solidFill>
                <a:latin typeface="Aptos"/>
                <a:ea typeface="Aptos"/>
                <a:cs typeface="Aptos"/>
              </a:rPr>
              <a:t>route</a:t>
            </a:r>
          </a:p>
        </p:txBody>
      </p:sp>
    </p:spTree>
    <p:extLst>
      <p:ext uri="{BB962C8B-B14F-4D97-AF65-F5344CB8AC3E}">
        <p14:creationId xmlns:p14="http://schemas.microsoft.com/office/powerpoint/2010/main" val="136031520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7B9C04-294E-4D69-B509-A4EDFB74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0DF341-F24C-4124-AEA1-08131992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007153-CE6D-42E2-98A6-43A28277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0"/>
            <a:ext cx="3905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D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CB63B4-64E7-422D-949F-2C1C51B4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rPr>
              <a:t>LastNight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D9285-CB97-49B4-AF97-2E58AABE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C748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C748E"/>
                </a:solidFill>
                <a:latin typeface="Aptos"/>
                <a:ea typeface="Aptos"/>
                <a:cs typeface="Aptos"/>
              </a:rPr>
              <a:t>OpenAI x Outskill AI Builders Hackathon • Shipping competition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A5FA33-04B1-4D03-B551-89708660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91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C748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C748E"/>
                </a:solidFill>
                <a:latin typeface="Aptos"/>
                <a:ea typeface="Aptos"/>
                <a:cs typeface="Aptos"/>
              </a:rPr>
              <a:t>04 / Audience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7BBADC-43BF-446A-BCA0-A2717F9C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B981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B981"/>
                </a:solidFill>
                <a:latin typeface="Aptos Mono"/>
                <a:ea typeface="Aptos Mono"/>
                <a:cs typeface="Aptos Mono"/>
              </a:rPr>
              <a:t>TARGET AUDIENCE + SHIPPING PROOF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41479-52D2-4710-ACA7-9BD476DB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7524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Built for Indian college students under exam pressure.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5ECD89-817C-464E-80D7-9A691B5D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7429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The first wedge is engineering students with syllabus PDFs, PYQs, and messy notes. The expansion path is clubs, cohorts, and colleges.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8E3764-D627-4176-8FB2-18F01B7B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953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D"/>
          </a:solidFill>
          <a:ln xmlns:a="http://schemas.openxmlformats.org/drawingml/2006/main" w="9525">
            <a:solidFill>
              <a:srgbClr val="2A314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C84B45-4913-45DD-8A53-65D12652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D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41D1B4-3D5D-4D18-8F02-059AC833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409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7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7FB"/>
                </a:solidFill>
                <a:latin typeface="Aptos"/>
                <a:ea typeface="Aptos"/>
                <a:cs typeface="Aptos"/>
              </a:rPr>
              <a:t>Primary users: students preparing the night before semester exams.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9E3F80-4F14-408A-B683-1810533D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BC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D0A6BE-DF42-4A0C-8742-C4F9C587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71950"/>
            <a:ext cx="409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7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7FB"/>
                </a:solidFill>
                <a:latin typeface="Aptos"/>
                <a:ea typeface="Aptos"/>
                <a:cs typeface="Aptos"/>
              </a:rPr>
              <a:t>Buyer expansion: coaching groups, student clubs, and colleges.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601816-394F-439A-9B49-6C295C2B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6ED860-C5CC-4145-A6EC-5B3D142D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05350"/>
            <a:ext cx="409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7F7F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7F7FB"/>
                </a:solidFill>
                <a:latin typeface="Aptos"/>
                <a:ea typeface="Aptos"/>
                <a:cs typeface="Aptos"/>
              </a:rPr>
              <a:t>Pricing: ₹0 trial, ₹49 pass, ₹149/month, ₹399 semester, custom campus.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422A8F-32BA-482E-9DBE-BB364A30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46863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0D15"/>
          </a:solidFill>
          <a:ln xmlns:a="http://schemas.openxmlformats.org/drawingml/2006/main" w="9525">
            <a:solidFill>
              <a:srgbClr val="2A314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37E2AB-ECCF-4242-8A68-2D44D422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766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4CD7F6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4CD7F6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020960-3931-4124-ACCF-3E3315B9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719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React app ready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F78B36-1F29-4EB3-8D01-F475FD1B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766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D0BCFF"/>
                </a:solidFill>
                <a:latin typeface="Aptos Display"/>
                <a:ea typeface="Aptos Display"/>
                <a:cs typeface="Aptos Display"/>
              </a:rPr>
              <a:t>API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2C98BB-5383-4D6B-9E85-5CB2B861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719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structured 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1F4A79-5FA3-455C-A244-F2DFEE42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6766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8C14D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8C14D"/>
                </a:solidFill>
                <a:latin typeface="Aptos Display"/>
                <a:ea typeface="Aptos Display"/>
                <a:cs typeface="Aptos Display"/>
              </a:rPr>
              <a:t>Flutter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8B3A61-71D0-416C-BDD7-BC79CB73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1719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iOS + Android path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D0C31B-0E8E-4AD4-9D0D-1C591F7F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86300"/>
            <a:ext cx="3810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B2C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B2C8"/>
                </a:solidFill>
                <a:latin typeface="Aptos"/>
                <a:ea typeface="Aptos"/>
                <a:cs typeface="Aptos"/>
              </a:rPr>
              <a:t>Demo-safe fallback keeps the product working even without a live key.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82AF33-8E6B-4AAA-B9E8-885C1016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1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79644A-C1B4-45A6-BEB1-096FC6A6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34050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7F7FB"/>
                </a:solidFill>
                <a:latin typeface="Aptos Display"/>
                <a:ea typeface="Aptos Display"/>
                <a:cs typeface="Aptos Display"/>
              </a:rPr>
              <a:t>Ask: feedback on the study-kit output quality, best first campus cohort, and what judges want to see in the final live demo.</a:t>
            </a:r>
          </a:p>
        </p:txBody>
      </p:sp>
    </p:spTree>
    <p:extLst>
      <p:ext uri="{BB962C8B-B14F-4D97-AF65-F5344CB8AC3E}">
        <p14:creationId xmlns:p14="http://schemas.microsoft.com/office/powerpoint/2010/main" val="21425700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2026-05-30T17:55:16.0430000Z</dcterms:created>
  <dcterms:modified xsi:type="dcterms:W3CDTF">2026-05-30T17:55:16.0430000Z</dcterms:modified>
</coreProperties>
</file>